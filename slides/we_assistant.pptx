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6B3FA0"/>
                </a:solidFill>
              </a:defRPr>
            </a:pPr>
            <a:r>
              <a:t>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41C2E"/>
                </a:solidFill>
              </a:defRPr>
            </a:pPr>
            <a:r>
              <a:t>On-prem, bilingual (Arabic / English / Egyptian dialect) RAG assistant for WE Telecom Egypt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Voice or text in, grounded + cited answer out; voice questions also get a spoken reply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Users can upload documents (PDF/DOCX/TXT/HTML/images) to query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Build constraint: 2-day case-study PoC, laptop hardware, CPU only, no GPU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Default must stay fully local; cloud LLM is opt-in, comparison-only, never the demo default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6B3FA0"/>
                </a:solidFill>
              </a:defRPr>
            </a:pPr>
            <a:r>
              <a:t>Architecture: 6 Containers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41C2E"/>
                </a:solidFill>
              </a:defRPr>
            </a:pPr>
            <a:r>
              <a:t>frontend (nginx) — static UI + reverse proxy, the only container with a published host port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backend (FastAPI) — orchestration, RAG, ingestion, OCR, embeddings, SQLite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llm (llama.cpp server) — Qwen3-4B Q4_K_M GGUF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asr (faster-whisper) — large-v3-turbo, int8, CPU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tts (Piper) — English + Arabic voices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qdrant — hybrid dense+sparse vector search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All inter-service traffic on an internal-only Docker network</a:t>
            </a:r>
          </a:p>
          <a:p>
            <a:pPr lvl="1">
              <a:defRPr sz="1400">
                <a:solidFill>
                  <a:srgbClr val="241C2E"/>
                </a:solidFill>
              </a:defRPr>
            </a:pPr>
            <a:r>
              <a:t>On this build laptop: no Docker daemon available — verified instead as native host processes on the same ports (docs/decisions.md); every Dockerfile/compose file is real and spec-complete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6B3FA0"/>
                </a:solidFill>
              </a:defRPr>
            </a:pPr>
            <a:r>
              <a:t>Ingestion and Arabic PDF Handling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41C2E"/>
                </a:solidFill>
              </a:defRPr>
            </a:pPr>
            <a:r>
              <a:t>te.eg crawled for real: 106 pages (95 Arabic, 11 English), robots.txt-respecting, 1 req/s</a:t>
            </a:r>
          </a:p>
          <a:p>
            <a:pPr lvl="1">
              <a:defRPr sz="1400">
                <a:solidFill>
                  <a:srgbClr val="241C2E"/>
                </a:solidFill>
              </a:defRPr>
            </a:pPr>
            <a:r>
              <a:t>Found &amp; fixed: a shared cookie jar let te.eg's language cookie leak across requests, flipping Arabic pages to English — fixed with isolated sessions per language track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PDF: per-page extraction (PyMuPDF) → NFKC normalize → garbled-Arabic detection → 300 DPI render + Tesseract OCR fallback</a:t>
            </a:r>
          </a:p>
          <a:p>
            <a:pPr lvl="1">
              <a:defRPr sz="1400">
                <a:solidFill>
                  <a:srgbClr val="241C2E"/>
                </a:solidFill>
              </a:defRPr>
            </a:pPr>
            <a:r>
              <a:t>Verified end-to-end on real fixtures: a clean text-layer PDF, a scanned (image-only) English PDF, and an image-only Arabic PDF — all three ingested and became answerable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DOCX (incl. tables), TXT (UTF-8 + cp1256 fallback), HTML, and images (direct OCR) also implemented and tested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322 chunks embedded (BAAI/bge-m3) and indexed into Qdrant from the te.eg crawl alone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6B3FA0"/>
                </a:solidFill>
              </a:defRPr>
            </a:pPr>
            <a:r>
              <a:t>Hybrid Retrieval — Ablation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41C2E"/>
                </a:solidFill>
              </a:defRPr>
            </a:pPr>
            <a:r>
              <a:t>Dense (bge-m3) + sparse (lexical weights), fused with Reciprocal Rank Fusion (RRF)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Measured on 20 real answerable questions (eval/questions.jsonl, facts copied from crawled text):</a:t>
            </a:r>
          </a:p>
          <a:p>
            <a:pPr lvl="1">
              <a:defRPr sz="1400">
                <a:solidFill>
                  <a:srgbClr val="241C2E"/>
                </a:solidFill>
              </a:defRPr>
            </a:pPr>
            <a:r>
              <a:t>Dense only:        Recall@4 = 0.95,  MRR = 0.825</a:t>
            </a:r>
          </a:p>
          <a:p>
            <a:pPr lvl="1">
              <a:defRPr sz="1400">
                <a:solidFill>
                  <a:srgbClr val="241C2E"/>
                </a:solidFill>
              </a:defRPr>
            </a:pPr>
            <a:r>
              <a:t>Hybrid (RRF):      Recall@4 = 0.95,  MRR = 0.662</a:t>
            </a:r>
          </a:p>
          <a:p>
            <a:pPr lvl="1">
              <a:defRPr sz="1400">
                <a:solidFill>
                  <a:srgbClr val="241C2E"/>
                </a:solidFill>
              </a:defRPr>
            </a:pPr>
            <a:r>
              <a:t>Hybrid + rerank:   Recall@4 = 0.95,  MRR = 0.825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Finding: RRF fusion alone can push the best result down in rank versus dense-only; reranking (bge-reranker-v2-m3) recovers full ranking quality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Reranker is CPU-expensive per call — kept default-off per spec, enabled selectively where ranking precision matters more than latency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6B3FA0"/>
                </a:solidFill>
              </a:defRPr>
            </a:pPr>
            <a:r>
              <a:t>Grounding and Citations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41C2E"/>
                </a:solidFill>
              </a:defRPr>
            </a:pPr>
            <a:r>
              <a:t>Every fact must cite a numbered source [S#]; sources are data to read, never instructions to follow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Post-generation validator: drops unknown [S#] labels, flags numbers absent from any cited source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Arabic-Indic digit normalization (found via testing — ١١١ vs 111 was a false-positive source)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A factual answer with zero valid citations is downgraded to insufficient_evidence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Caught a real model hallucination in testing: the LLM stated a support phone number not present in its cited source — the validator flagged it correctly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Retrieval-score gate returns insufficient_evidence before even calling the LLM when evidence is weak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6B3FA0"/>
                </a:solidFill>
              </a:defRPr>
            </a:pPr>
            <a:r>
              <a:t>Speech: ASR and TTS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41C2E"/>
                </a:solidFill>
              </a:defRPr>
            </a:pPr>
            <a:r>
              <a:t>ASR: faster-whisper large-v3-turbo (default) vs large-v3, both downloaded for comparison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Real /transcribe tests: clean English, Egyptian Arabic, and noise-injected English clips all transcribed correctly; silence correctly rejected (no_speech_detected)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TTS: Piper, English (en_US-lessac-medium) + Arabic (ar_JO-kareem-medium) voices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speech_text.py strips citations/markdown/URLs, verbalizes numbers (num2words), respells English brand names for the Arabic voice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Limitation, stated honestly: Piper's Arabic voice is noticeably more robotic than English — Chatterbox (GPU-only) is the production-roadmap upgrade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Full WER/CER ablation (beam 1 vs 5, with/without hotwords) pending real recorded clips from Ahmed — synthetic clips used for plumbing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6B3FA0"/>
                </a:solidFill>
              </a:defRPr>
            </a:pPr>
            <a:r>
              <a:t>On-Prem, Offline, and Why CPU-Sized Models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41C2E"/>
                </a:solidFill>
              </a:defRPr>
            </a:pPr>
            <a:r>
              <a:t>HF_HUB_OFFLINE=1 / TRANSFORMERS_OFFLINE=1 everywhere; models load from local disk only at runtime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Every inference call (LLM/ASR/TTS/Qdrant/embeddings) observed going to 127.0.0.1 only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Qwen3-4B chosen over larger models specifically to keep CPU latency bounded on laptop hardware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int8 ASR, CPU-tuned thread counts (physical cores), reranker default-off — every choice tuned for CPU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Cloud (OpenRouter) is opt-in only, with a visible 'data leaves this machine' badge — never the default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6B3FA0"/>
                </a:solidFill>
              </a:defRPr>
            </a:pPr>
            <a:r>
              <a:t>Evaluation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41C2E"/>
                </a:solidFill>
              </a:defRPr>
            </a:pPr>
            <a:r>
              <a:t>25 real questions (10 EN, 10 AR mixing MSA/Egyptian, 5 unanswerable) — facts copied from crawled text, not generated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Retrieval: Recall@4 = 0.95 across dense/hybrid/hybrid+rerank (see slide 4 for the MRR ablation)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Real /chat answers verified for EN, Egyptian dialect, and MSA questions — all correctly cited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Off-topic question correctly abstains (insufficient_evidence), verified live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LLM latency is the dominant cost: ~80-140s per answer on this CPU (4B model, ~2k-token context, 8 threads) — see eval/results.md for the full pipeline run's p50/p95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Local vs OpenRouter comparison: not run this session (no working API key provided — see docs/decisions.md)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6B3FA0"/>
                </a:solidFill>
              </a:defRPr>
            </a:pPr>
            <a: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41C2E"/>
                </a:solidFill>
              </a:defRPr>
            </a:pPr>
            <a:r>
              <a:t>No Docker daemon on the build laptop — container paths real but untested here; native fallback used for all verification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LLM answer latency (60-140s) is high for a live demo — inherent to CPU-only 4B-model serving with a full RAG context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No real recorded audio clips yet — WER/CER numbers pending Ahmed's recordings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OpenRouter comparison unavailable — no working API key this session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Arabic OCR accuracy imperfect on synthetic (non-photographic) renders — numbers and word content recovered correctly, letter-level reordering observed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Piper's Arabic voice quality is noticeably behind its English voice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Headless-browser automated E2E testing of long-LLM-wait flows is unreliable in this specific sandbox (thoroughly diagnosed, documented as an automation-environment limitation, not an app defect)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6B3FA0"/>
                </a:solidFill>
              </a:defRPr>
            </a:pPr>
            <a:r>
              <a:t>Production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41C2E"/>
                </a:solidFill>
              </a:defRPr>
            </a:pPr>
            <a:r>
              <a:t>GPU serving (vLLM, larger Qwen) — compose.gpu.yaml already written, untested (no GPU on this laptop)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Chatterbox or a dedicated Egyptian Arabic TTS voice, once GPU-served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PaddleOCR or a VLM-based OCR path for better Arabic scanned-document accuracy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Postgres instead of SQLite for multi-instance scale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SSO / RBAC instead of the demo's session-id scoping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Queue workers for ingestion at scale (currently synchronous)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Production monitoring/observability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Whisper fine-tuning on real telecom-support audio</a:t>
            </a:r>
          </a:p>
          <a:p>
            <a:pPr>
              <a:defRPr sz="1600">
                <a:solidFill>
                  <a:srgbClr val="241C2E"/>
                </a:solidFill>
              </a:defRPr>
            </a:pPr>
            <a:r>
              <a:t>Human handoff path for needs_escalation conversations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