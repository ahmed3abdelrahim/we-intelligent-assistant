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On-prem, bilingual (Arabic / English / Egyptian dialect) RAG assistant for WE Telecom Egypt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Voice or text in, grounded + cited answer out; voice questions also get a spoken reply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Users can upload documents (PDF/DOCX/TXT/HTML/images) to query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Build constraint: 2-day case-study PoC on CPU-only laptop hardware; later verified on an NVIDIA RTX 3080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Default must stay fully local; cloud LLM is opt-in, comparison-only, never the demo default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Architecture: 6 Containers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frontend (nginx) — static UI + reverse proxy, the only container with a published host port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backend (FastAPI) — guardrails, routing, RAG, ingestion, OCR, embeddings + reranker, SQLite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llm (llama.cpp server) — Qwen3-4B Q4_K_M GGUF, 4 parallel slots x 4096 tokens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asr (faster-whisper) — large-v3-turbo (int8 on CPU, fp16 on GPU)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tts (Piper) — English + Arabic voices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qdrant — hybrid dense+sparse vector search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All inter-service traffic on an internal-only network</a:t>
            </a:r>
          </a:p>
          <a:p>
            <a:pPr lvl="1">
              <a:defRPr sz="1400">
                <a:solidFill>
                  <a:srgbClr val="241C2E"/>
                </a:solidFill>
              </a:defRPr>
            </a:pPr>
            <a:r>
              <a:t>Verified as native host processes on the same ports (no Docker daemon on either test machine); compose files config-validated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Ingestion and Arabic PDF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te.eg crawled: 106 pages (95 Arabic, 11 English), robots.txt-respecting, 1 req/s; isolated sessions per language (a shared cookie jar flipped Arabic pages to English)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PDF: PyMuPDF per page → garbled-Arabic detection → 300 DPI render + Tesseract ara+eng OCR fallback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Scanned Arabic and English PDFs, DOCX tables, TXT (cp1256 fallback), HTML, images — all answerable (heavy test)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Price tables with merged header cells (colspan/rowspan) expanded into per-column headers — fixed 'col3: 775' garbage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Chunking: ~450 tokens, FAQ pairs and tables kept whole when they fit, oversized ones split on rows/sentences — 360 chunks, max 509 tokens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Uploads: injection sentences stripped, originals saved as data/uploads/&lt;uuid&gt;, private to the uploading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Hybrid Retrieval — Ablation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Dense (bge-m3) + sparse (lexical weights), fused with Reciprocal Rank Fusion, reranked by bge-reranker-v2-m3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Measured on 20 real answerable questions (eval/questions.jsonl, facts copied from crawled text):</a:t>
            </a:r>
          </a:p>
          <a:p>
            <a:pPr lvl="1">
              <a:defRPr sz="1400">
                <a:solidFill>
                  <a:srgbClr val="241C2E"/>
                </a:solidFill>
              </a:defRPr>
            </a:pPr>
            <a:r>
              <a:t>Dense only:        Recall@4 = 0.95,  MRR = 0.85</a:t>
            </a:r>
          </a:p>
          <a:p>
            <a:pPr lvl="1">
              <a:defRPr sz="1400">
                <a:solidFill>
                  <a:srgbClr val="241C2E"/>
                </a:solidFill>
              </a:defRPr>
            </a:pPr>
            <a:r>
              <a:t>Hybrid (RRF):      Recall@4 = 0.95,  MRR = 0.642</a:t>
            </a:r>
          </a:p>
          <a:p>
            <a:pPr lvl="1">
              <a:defRPr sz="1400">
                <a:solidFill>
                  <a:srgbClr val="241C2E"/>
                </a:solidFill>
              </a:defRPr>
            </a:pPr>
            <a:r>
              <a:t>Hybrid + rerank:   Recall@4 = 0.95,  MRR = 0.825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RRF alone pushes the best passage down; reranking recovers it — and its 0-1 score is the evidence gate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RRF scores are rank-based (rank 1 ≈ 1/61), so the old RRF threshold rejected almost nothing; the reranker gate (0.02) separates off-topic (~0.001) from answerable (≥ 0.25)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Grounding, Citations and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Every fact cites a numbered source; sources are tagged official (te.eg) or uploaded, and are data, never instructions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Validator drops unknown [S#] labels and flags numbers absent from the cited sources (list numbering and Arabic-Indic digits handled)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Guardrails: small-talk shortcut → regex injection pre-filter → LLM router (off_topic / injection / question + clean standalone query) → reranker evidence gate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Answer prompt gets only the standalone query (passing chat history made the 4B model answer one turn late)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Output checks: wrong language/script → one regeneration; system-prompt leak → withheld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Heavy test: 10/10 off-topic and 7/7 injection refused, 10/10 tricky legitimate questions answered; te.eg preferred over a conflicting upload, with both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Speech: ASR Comparison and TTS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ASR: faster-whisper large-v3-turbo (deployed) vs large-v3, beam 1/5, telecom hotwords on/off — eval/asr_eval.py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Synthetic TTS clips (plumbing check): deployed setting lowest WER (13.1%) and fastest; EN and MSA exact; large-v3 not better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Hotword-echo guard: Whisper sometimes returned its own hotword prompt on clipped audio — detected and re-transcribed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TTS: Piper, English (en_US-lessac-medium) + Arabic (ar_JO-kareem-medium); speech_text.py strips citations, verbalizes numbers, respells brand names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Real recorded clips (Egyptian dialect, noise, code-switching) still to be collected — eval/RECORDING_CHECKLIST.md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Limitation: Piper's Arabic voice is more robotic than English — a better Arabic/Egyptian voice is on the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On-Prem, Offline, and Why CPU-Sized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HF_HUB_OFFLINE=1 / TRANSFORMERS_OFFLINE=1 everywhere; models load from local disk only; every call goes to 127.0.0.1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Qwen3-4B Q4 chosen to keep CPU latency bounded; the same models run unchanged on a GPU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CPU laptop: ~66 s p50 per answer.  RTX 3080: 1.2 s p50 — LLM, ASR, embedder and reranker on the GPU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GPU memory (measured): LLM 3.96 GB, ASR 2.5 GB, embedder 1.9 GB, reranker +0.9 GB → 9.2 GB for the app; 24 GB cards run eval alongside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Cloud (OpenRouter) is opt-in only, with a visible 'data leaves this machine' badge — never the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25 real questions (10 EN, 10 AR mixing MSA/Egyptian, 5 unanswerable) — facts copied from crawled text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CPU baseline: 19/20 answered with citations, 2/5 unanswerable refused, p50 66.5 s / p95 100.7 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GPU + guardrails: 20/20 answered with citations, 5/5 refused, p50 1.2 s / p95 1.9 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8 simultaneous users: 32/32 answered, p50 5.8 s (after sizing llama-server's KV pool per slot)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Heavy system test 49/49, 101 unit + 6 live tests, GPU soak test without memory growth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Local vs OpenRouter comparison: not run — the provided API key was rejected (401)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Containers never run (no Docker daemon on either machine) — native processes used; Docker backend image uses CPU torch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No real recorded audio yet — ASR accuracy measured on synthetic TTS speech only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CPU latency ~1-2 min per answer; the router's extra LLM call on CPU not re-measured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10 GB GPUs are tight: re-indexing or eval needs the backend stopped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A conflicting upload is only flagged when the official passage is also retrieved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4B-model quirks (own unit conversions, language drift) need the validator and reminders; Piper's Arabic voice lags English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3FA0"/>
                </a:solidFill>
              </a:defRPr>
            </a:pPr>
            <a:r>
              <a:t>Production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0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1C2E"/>
                </a:solidFill>
              </a:defRPr>
            </a:pPr>
            <a:r>
              <a:t>24 GB GPU (RTX 3090) and a larger model (Qwen3-8B) evaluated on the same question set; vLLM for many concurrent users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Chatterbox or a dedicated Egyptian Arabic TTS voice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PaddleOCR or a VLM-based OCR path for harder scanned documents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Postgres instead of SQLite; queue workers for ingestion at scale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SSO / RBAC instead of session-id scoping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Auto-restarting services, CUDA backend image, monitoring/observability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Whisper fine-tuning on real telecom-support audio</a:t>
            </a:r>
          </a:p>
          <a:p>
            <a:pPr>
              <a:defRPr sz="1600">
                <a:solidFill>
                  <a:srgbClr val="241C2E"/>
                </a:solidFill>
              </a:defRPr>
            </a:pPr>
            <a:r>
              <a:t>Human handoff path for needs_escalation conversations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